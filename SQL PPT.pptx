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179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396319" y="802299"/>
            <a:ext cx="5618515" cy="2541431"/>
          </a:xfrm>
        </p:spPr>
        <p:txBody>
          <a:bodyPr bIns="0" anchor="b">
            <a:normAutofit/>
          </a:bodyPr>
          <a:lstStyle>
            <a:lvl1pPr algn="l">
              <a:defRPr sz="5400"/>
            </a:lvl1pPr>
          </a:lstStyle>
          <a:p>
            <a:r>
              <a:rPr lang="en-US"/>
              <a:t>Click to edit Master title style</a:t>
            </a:r>
            <a:endParaRPr lang="en-US" dirty="0"/>
          </a:p>
        </p:txBody>
      </p:sp>
      <p:sp>
        <p:nvSpPr>
          <p:cNvPr id="3" name="Subtitle 2"/>
          <p:cNvSpPr>
            <a:spLocks noGrp="1"/>
          </p:cNvSpPr>
          <p:nvPr>
            <p:ph type="subTitle" idx="1"/>
          </p:nvPr>
        </p:nvSpPr>
        <p:spPr>
          <a:xfrm>
            <a:off x="2396319" y="3531205"/>
            <a:ext cx="5618515" cy="977621"/>
          </a:xfrm>
        </p:spPr>
        <p:txBody>
          <a:bodyPr tIns="91440" bIns="91440">
            <a:normAutofit/>
          </a:bodyPr>
          <a:lstStyle>
            <a:lvl1pPr marL="0" indent="0" algn="l">
              <a:buNone/>
              <a:defRPr sz="1600" b="0" cap="all"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3/12/2026</a:t>
            </a:fld>
            <a:endParaRPr lang="en-US"/>
          </a:p>
        </p:txBody>
      </p:sp>
      <p:sp>
        <p:nvSpPr>
          <p:cNvPr id="5" name="Footer Placeholder 4"/>
          <p:cNvSpPr>
            <a:spLocks noGrp="1"/>
          </p:cNvSpPr>
          <p:nvPr>
            <p:ph type="ftr" sz="quarter" idx="11"/>
          </p:nvPr>
        </p:nvSpPr>
        <p:spPr>
          <a:xfrm>
            <a:off x="2396319" y="329308"/>
            <a:ext cx="3086292" cy="309201"/>
          </a:xfrm>
        </p:spPr>
        <p:txBody>
          <a:bodyPr/>
          <a:lstStyle/>
          <a:p>
            <a:endParaRPr lang="en-US"/>
          </a:p>
        </p:txBody>
      </p:sp>
      <p:sp>
        <p:nvSpPr>
          <p:cNvPr id="6" name="Slide Number Placeholder 5"/>
          <p:cNvSpPr>
            <a:spLocks noGrp="1"/>
          </p:cNvSpPr>
          <p:nvPr>
            <p:ph type="sldNum" sz="quarter" idx="12"/>
          </p:nvPr>
        </p:nvSpPr>
        <p:spPr>
          <a:xfrm>
            <a:off x="1434703" y="798973"/>
            <a:ext cx="802005" cy="503578"/>
          </a:xfrm>
        </p:spPr>
        <p:txBody>
          <a:bodyPr/>
          <a:lstStyle/>
          <a:p>
            <a:fld id="{C1FF6DA9-008F-8B48-92A6-B652298478BF}" type="slidenum">
              <a:rPr lang="en-US" smtClean="0"/>
              <a:t>‹#›</a:t>
            </a:fld>
            <a:endParaRPr lang="en-US"/>
          </a:p>
        </p:txBody>
      </p:sp>
      <p:cxnSp>
        <p:nvCxnSpPr>
          <p:cNvPr id="15" name="Straight Connector 14"/>
          <p:cNvCxnSpPr/>
          <p:nvPr/>
        </p:nvCxnSpPr>
        <p:spPr>
          <a:xfrm>
            <a:off x="2396319" y="3528542"/>
            <a:ext cx="561851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719280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670398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43491" y="1756130"/>
            <a:ext cx="5617002" cy="1887950"/>
          </a:xfrm>
        </p:spPr>
        <p:txBody>
          <a:bodyPr anchor="b">
            <a:normAutofit/>
          </a:bodyPr>
          <a:lstStyle>
            <a:lvl1pPr algn="l">
              <a:defRPr sz="3200"/>
            </a:lvl1pPr>
          </a:lstStyle>
          <a:p>
            <a:r>
              <a:rPr lang="en-US"/>
              <a:t>Click to edit Master title style</a:t>
            </a:r>
            <a:endParaRPr lang="en-US" dirty="0"/>
          </a:p>
        </p:txBody>
      </p:sp>
      <p:sp>
        <p:nvSpPr>
          <p:cNvPr id="3" name="Text Placeholder 2"/>
          <p:cNvSpPr>
            <a:spLocks noGrp="1"/>
          </p:cNvSpPr>
          <p:nvPr>
            <p:ph type="body" idx="1"/>
          </p:nvPr>
        </p:nvSpPr>
        <p:spPr>
          <a:xfrm>
            <a:off x="1443492" y="3806196"/>
            <a:ext cx="5617002" cy="1012929"/>
          </a:xfrm>
        </p:spPr>
        <p:txBody>
          <a:bodyPr tIns="91440">
            <a:normAutofit/>
          </a:bodyPr>
          <a:lstStyle>
            <a:lvl1pPr marL="0" indent="0" algn="l">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1443491" y="3804985"/>
            <a:ext cx="561700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413477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3491" y="804890"/>
            <a:ext cx="6571343"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3490" y="2013936"/>
            <a:ext cx="3125871" cy="3437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89182" y="2013936"/>
            <a:ext cx="3125652" cy="34375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3/12/2026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287005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36" name="Straight Connector 35"/>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a:xfrm>
            <a:off x="1443491" y="804164"/>
            <a:ext cx="6571344"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3491" y="2019550"/>
            <a:ext cx="3125766" cy="801943"/>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443491" y="2824270"/>
            <a:ext cx="3125766"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89182" y="2023004"/>
            <a:ext cx="3125652" cy="802237"/>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889182" y="2821491"/>
            <a:ext cx="31256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3/12/2026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897575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32" name="Straight Connector 31"/>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3/12/2026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070148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755730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39042" y="798973"/>
            <a:ext cx="2425950"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4186656" y="798974"/>
            <a:ext cx="3828178"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39042" y="3205492"/>
            <a:ext cx="2427369" cy="2248181"/>
          </a:xfrm>
        </p:spPr>
        <p:txBody>
          <a:bodyPr>
            <a:normAutofit/>
          </a:bodyPr>
          <a:lstStyle>
            <a:lvl1pPr marL="0" indent="0" algn="l">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17" name="Straight Connector 16"/>
          <p:cNvCxnSpPr/>
          <p:nvPr/>
        </p:nvCxnSpPr>
        <p:spPr>
          <a:xfrm>
            <a:off x="1441748" y="3205491"/>
            <a:ext cx="242327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980859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3" name="Group 12"/>
          <p:cNvGrpSpPr/>
          <p:nvPr/>
        </p:nvGrpSpPr>
        <p:grpSpPr>
          <a:xfrm>
            <a:off x="4996501" y="482171"/>
            <a:ext cx="3511387" cy="5149101"/>
            <a:chOff x="6852919" y="583365"/>
            <a:chExt cx="4681849" cy="5181928"/>
          </a:xfrm>
        </p:grpSpPr>
        <p:sp>
          <p:nvSpPr>
            <p:cNvPr id="14" name="Rectangle 13"/>
            <p:cNvSpPr/>
            <p:nvPr/>
          </p:nvSpPr>
          <p:spPr>
            <a:xfrm>
              <a:off x="6852919" y="583365"/>
              <a:ext cx="4681849" cy="5181928"/>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5" name="Rectangle 14"/>
            <p:cNvSpPr/>
            <p:nvPr/>
          </p:nvSpPr>
          <p:spPr>
            <a:xfrm>
              <a:off x="7273787" y="915806"/>
              <a:ext cx="3844017" cy="4507918"/>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44148" y="1129513"/>
            <a:ext cx="3244935"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640128" y="1122543"/>
            <a:ext cx="2234998" cy="3866327"/>
          </a:xfrm>
          <a:solidFill>
            <a:schemeClr val="bg1">
              <a:lumMod val="85000"/>
            </a:schemeClr>
          </a:solidFill>
          <a:ln w="9525" cap="sq">
            <a:noFill/>
            <a:miter lim="800000"/>
          </a:ln>
          <a:effectLst/>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1443492" y="3145992"/>
            <a:ext cx="3240286" cy="2003742"/>
          </a:xfrm>
        </p:spPr>
        <p:txBody>
          <a:bodyPr>
            <a:normAutofit/>
          </a:bodyPr>
          <a:lstStyle>
            <a:lvl1pPr marL="0" indent="0" algn="l">
              <a:buNone/>
              <a:defRPr sz="18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1436664" y="5469857"/>
            <a:ext cx="3252420" cy="320123"/>
          </a:xfrm>
        </p:spPr>
        <p:txBody>
          <a:bodyPr/>
          <a:lstStyle>
            <a:lvl1pPr algn="l">
              <a:defRPr/>
            </a:lvl1pPr>
          </a:lstStyle>
          <a:p>
            <a:fld id="{5BCAD085-E8A6-8845-BD4E-CB4CCA059FC4}" type="datetimeFigureOut">
              <a:rPr lang="en-US" smtClean="0"/>
              <a:t>3/12/2026</a:t>
            </a:fld>
            <a:endParaRPr lang="en-US"/>
          </a:p>
        </p:txBody>
      </p:sp>
      <p:sp>
        <p:nvSpPr>
          <p:cNvPr id="6" name="Footer Placeholder 5"/>
          <p:cNvSpPr>
            <a:spLocks noGrp="1"/>
          </p:cNvSpPr>
          <p:nvPr>
            <p:ph type="ftr" sz="quarter" idx="11"/>
          </p:nvPr>
        </p:nvSpPr>
        <p:spPr>
          <a:xfrm>
            <a:off x="1437530" y="318641"/>
            <a:ext cx="3251553" cy="320931"/>
          </a:xfrm>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31" name="Straight Connector 30"/>
          <p:cNvCxnSpPr/>
          <p:nvPr/>
        </p:nvCxnSpPr>
        <p:spPr>
          <a:xfrm>
            <a:off x="1441281" y="3143605"/>
            <a:ext cx="3242014"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559141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515231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18028" y="798974"/>
            <a:ext cx="1103027"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3491" y="798974"/>
            <a:ext cx="5301095"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6918028" y="798974"/>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671363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10" name="Rectangle 9"/>
          <p:cNvSpPr/>
          <p:nvPr/>
        </p:nvSpPr>
        <p:spPr>
          <a:xfrm>
            <a:off x="0" y="2015734"/>
            <a:ext cx="9144000" cy="4079520"/>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2" name="Picture 11"/>
          <p:cNvPicPr>
            <a:picLocks noChangeAspect="1"/>
          </p:cNvPicPr>
          <p:nvPr/>
        </p:nvPicPr>
        <p:blipFill rotWithShape="1">
          <a:blip r:embed="rId13">
            <a:extLst>
              <a:ext uri="{28A0092B-C50C-407E-A947-70E740481C1C}">
                <a14:useLocalDpi xmlns:a14="http://schemas.microsoft.com/office/drawing/2010/main" val="0"/>
              </a:ext>
            </a:extLst>
          </a:blip>
          <a:srcRect l="12500" t="1538" r="12500" b="-1538"/>
          <a:stretch/>
        </p:blipFill>
        <p:spPr>
          <a:xfrm>
            <a:off x="-1" y="6095253"/>
            <a:ext cx="9144001" cy="774727"/>
          </a:xfrm>
          <a:prstGeom prst="rect">
            <a:avLst/>
          </a:prstGeom>
        </p:spPr>
      </p:pic>
      <p:cxnSp>
        <p:nvCxnSpPr>
          <p:cNvPr id="13" name="Straight Connector 12"/>
          <p:cNvCxnSpPr/>
          <p:nvPr/>
        </p:nvCxnSpPr>
        <p:spPr>
          <a:xfrm>
            <a:off x="0" y="6101127"/>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1443491" y="804520"/>
            <a:ext cx="6571343"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43491" y="2015733"/>
            <a:ext cx="6571343"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646542" y="330370"/>
            <a:ext cx="2368292"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5BCAD085-E8A6-8845-BD4E-CB4CCA059FC4}" type="datetimeFigureOut">
              <a:rPr lang="en-US" smtClean="0"/>
              <a:t>3/12/2026</a:t>
            </a:fld>
            <a:endParaRPr lang="en-US"/>
          </a:p>
        </p:txBody>
      </p:sp>
      <p:sp>
        <p:nvSpPr>
          <p:cNvPr id="5" name="Footer Placeholder 4"/>
          <p:cNvSpPr>
            <a:spLocks noGrp="1"/>
          </p:cNvSpPr>
          <p:nvPr>
            <p:ph type="ftr" sz="quarter" idx="3"/>
          </p:nvPr>
        </p:nvSpPr>
        <p:spPr>
          <a:xfrm>
            <a:off x="1443491" y="329308"/>
            <a:ext cx="4034004"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7725" y="798973"/>
            <a:ext cx="795746" cy="503578"/>
          </a:xfrm>
          <a:prstGeom prst="rect">
            <a:avLst/>
          </a:prstGeom>
        </p:spPr>
        <p:txBody>
          <a:bodyPr vert="horz" lIns="91440" tIns="45720" rIns="91440" bIns="45720" rtlCol="0" anchor="t"/>
          <a:lstStyle>
            <a:lvl1pPr algn="r">
              <a:defRPr sz="28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5768807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5740" y="383648"/>
            <a:ext cx="8732520" cy="1117941"/>
          </a:xfrm>
        </p:spPr>
        <p:txBody>
          <a:bodyPr>
            <a:noAutofit/>
          </a:bodyPr>
          <a:lstStyle/>
          <a:p>
            <a:pPr algn="ctr"/>
            <a:r>
              <a:rPr sz="4000" dirty="0"/>
              <a:t>SQL Movie Database Project</a:t>
            </a:r>
          </a:p>
        </p:txBody>
      </p:sp>
      <p:sp>
        <p:nvSpPr>
          <p:cNvPr id="3" name="Subtitle 2"/>
          <p:cNvSpPr>
            <a:spLocks noGrp="1"/>
          </p:cNvSpPr>
          <p:nvPr>
            <p:ph type="subTitle" idx="1"/>
          </p:nvPr>
        </p:nvSpPr>
        <p:spPr>
          <a:xfrm>
            <a:off x="681523" y="1802989"/>
            <a:ext cx="7780953" cy="3857147"/>
          </a:xfrm>
        </p:spPr>
        <p:txBody>
          <a:bodyPr>
            <a:normAutofit/>
          </a:bodyPr>
          <a:lstStyle/>
          <a:p>
            <a:pPr marL="342900" indent="-342900">
              <a:buFont typeface="Arial" panose="020B0604020202020204" pitchFamily="34" charset="0"/>
              <a:buChar char="•"/>
            </a:pPr>
            <a:r>
              <a:rPr lang="en-US" sz="1800" dirty="0"/>
              <a:t>A comprehensive collection of SQL queries ranging from basic to advanced levels, designed to test and improve your database querying skills. This presentation covers essential SQL operations including SELECT statements, JOINs, aggregations, window functions, and advanced analytical queries on a movie database schema.</a:t>
            </a:r>
            <a:endParaRPr lang="en-US" dirty="0"/>
          </a:p>
          <a:p>
            <a:pPr marL="342900" indent="-342900">
              <a:buFont typeface="Arial" panose="020B0604020202020204" pitchFamily="34" charset="0"/>
              <a:buChar char="•"/>
            </a:pPr>
            <a:r>
              <a:rPr dirty="0"/>
              <a:t>and advanced analytics on movies, actors, industries, </a:t>
            </a:r>
            <a:r>
              <a:rPr lang="en-US" dirty="0"/>
              <a:t>an</a:t>
            </a:r>
            <a:r>
              <a:rPr dirty="0"/>
              <a:t>d financial performance.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shot 2026-03-12 215803.png"/>
          <p:cNvPicPr>
            <a:picLocks noChangeAspect="1"/>
          </p:cNvPicPr>
          <p:nvPr/>
        </p:nvPicPr>
        <p:blipFill>
          <a:blip r:embed="rId2"/>
          <a:stretch>
            <a:fillRect/>
          </a:stretch>
        </p:blipFill>
        <p:spPr>
          <a:xfrm>
            <a:off x="512064" y="53588"/>
            <a:ext cx="8184327" cy="589915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shot 2026-03-12 215830.png"/>
          <p:cNvPicPr>
            <a:picLocks noChangeAspect="1"/>
          </p:cNvPicPr>
          <p:nvPr/>
        </p:nvPicPr>
        <p:blipFill>
          <a:blip r:embed="rId2"/>
          <a:stretch>
            <a:fillRect/>
          </a:stretch>
        </p:blipFill>
        <p:spPr>
          <a:xfrm>
            <a:off x="378069" y="201168"/>
            <a:ext cx="8387861" cy="570585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shot 2026-03-12 215853.png"/>
          <p:cNvPicPr>
            <a:picLocks noChangeAspect="1"/>
          </p:cNvPicPr>
          <p:nvPr/>
        </p:nvPicPr>
        <p:blipFill>
          <a:blip r:embed="rId2"/>
          <a:stretch>
            <a:fillRect/>
          </a:stretch>
        </p:blipFill>
        <p:spPr>
          <a:xfrm>
            <a:off x="164592" y="1292629"/>
            <a:ext cx="8513064" cy="427274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shot 2026-03-12 215913.png"/>
          <p:cNvPicPr>
            <a:picLocks noChangeAspect="1"/>
          </p:cNvPicPr>
          <p:nvPr/>
        </p:nvPicPr>
        <p:blipFill>
          <a:blip r:embed="rId2"/>
          <a:stretch>
            <a:fillRect/>
          </a:stretch>
        </p:blipFill>
        <p:spPr>
          <a:xfrm>
            <a:off x="237744" y="800563"/>
            <a:ext cx="8707407" cy="500587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shot 2026-03-12 220000.png"/>
          <p:cNvPicPr>
            <a:picLocks noChangeAspect="1"/>
          </p:cNvPicPr>
          <p:nvPr/>
        </p:nvPicPr>
        <p:blipFill>
          <a:blip r:embed="rId2"/>
          <a:stretch>
            <a:fillRect/>
          </a:stretch>
        </p:blipFill>
        <p:spPr>
          <a:xfrm>
            <a:off x="512064" y="95170"/>
            <a:ext cx="8119872" cy="592088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shot 2026-03-12 220054.png"/>
          <p:cNvPicPr>
            <a:picLocks noChangeAspect="1"/>
          </p:cNvPicPr>
          <p:nvPr/>
        </p:nvPicPr>
        <p:blipFill>
          <a:blip r:embed="rId2"/>
          <a:stretch>
            <a:fillRect/>
          </a:stretch>
        </p:blipFill>
        <p:spPr>
          <a:xfrm>
            <a:off x="787311" y="128016"/>
            <a:ext cx="7569377" cy="572414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shot 2026-03-12 220111.png"/>
          <p:cNvPicPr>
            <a:picLocks noChangeAspect="1"/>
          </p:cNvPicPr>
          <p:nvPr/>
        </p:nvPicPr>
        <p:blipFill>
          <a:blip r:embed="rId2"/>
          <a:stretch>
            <a:fillRect/>
          </a:stretch>
        </p:blipFill>
        <p:spPr>
          <a:xfrm>
            <a:off x="224028" y="429113"/>
            <a:ext cx="8695944" cy="53753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shot 2026-03-12 220150.png"/>
          <p:cNvPicPr>
            <a:picLocks noChangeAspect="1"/>
          </p:cNvPicPr>
          <p:nvPr/>
        </p:nvPicPr>
        <p:blipFill>
          <a:blip r:embed="rId2"/>
          <a:stretch>
            <a:fillRect/>
          </a:stretch>
        </p:blipFill>
        <p:spPr>
          <a:xfrm>
            <a:off x="381872" y="182880"/>
            <a:ext cx="8380256" cy="561441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shot 2026-03-12 220416.png"/>
          <p:cNvPicPr>
            <a:picLocks noChangeAspect="1"/>
          </p:cNvPicPr>
          <p:nvPr/>
        </p:nvPicPr>
        <p:blipFill>
          <a:blip r:embed="rId2"/>
          <a:stretch>
            <a:fillRect/>
          </a:stretch>
        </p:blipFill>
        <p:spPr>
          <a:xfrm>
            <a:off x="594360" y="0"/>
            <a:ext cx="8092439" cy="575578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shot 2026-03-12 220436.png"/>
          <p:cNvPicPr>
            <a:picLocks noChangeAspect="1"/>
          </p:cNvPicPr>
          <p:nvPr/>
        </p:nvPicPr>
        <p:blipFill>
          <a:blip r:embed="rId2"/>
          <a:stretch>
            <a:fillRect/>
          </a:stretch>
        </p:blipFill>
        <p:spPr>
          <a:xfrm>
            <a:off x="232774" y="1049273"/>
            <a:ext cx="8507167" cy="442798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shot 2026-03-12 220500.png"/>
          <p:cNvPicPr>
            <a:picLocks noChangeAspect="1"/>
          </p:cNvPicPr>
          <p:nvPr/>
        </p:nvPicPr>
        <p:blipFill>
          <a:blip r:embed="rId2"/>
          <a:stretch>
            <a:fillRect/>
          </a:stretch>
        </p:blipFill>
        <p:spPr>
          <a:xfrm>
            <a:off x="932688" y="73642"/>
            <a:ext cx="7498080" cy="587904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shot 2026-03-12 220535.png"/>
          <p:cNvPicPr>
            <a:picLocks noChangeAspect="1"/>
          </p:cNvPicPr>
          <p:nvPr/>
        </p:nvPicPr>
        <p:blipFill>
          <a:blip r:embed="rId2"/>
          <a:stretch>
            <a:fillRect/>
          </a:stretch>
        </p:blipFill>
        <p:spPr>
          <a:xfrm>
            <a:off x="182880" y="1654668"/>
            <a:ext cx="8586216" cy="354866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shot 2026-03-12 220557.png"/>
          <p:cNvPicPr>
            <a:picLocks noChangeAspect="1"/>
          </p:cNvPicPr>
          <p:nvPr/>
        </p:nvPicPr>
        <p:blipFill>
          <a:blip r:embed="rId2"/>
          <a:stretch>
            <a:fillRect/>
          </a:stretch>
        </p:blipFill>
        <p:spPr>
          <a:xfrm>
            <a:off x="438912" y="224252"/>
            <a:ext cx="8266176" cy="55462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shot 2026-03-12 220628.png"/>
          <p:cNvPicPr>
            <a:picLocks noChangeAspect="1"/>
          </p:cNvPicPr>
          <p:nvPr/>
        </p:nvPicPr>
        <p:blipFill>
          <a:blip r:embed="rId2"/>
          <a:stretch>
            <a:fillRect/>
          </a:stretch>
        </p:blipFill>
        <p:spPr>
          <a:xfrm>
            <a:off x="539496" y="0"/>
            <a:ext cx="8476488" cy="601530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shot 2026-03-12 220719.png"/>
          <p:cNvPicPr>
            <a:picLocks noChangeAspect="1"/>
          </p:cNvPicPr>
          <p:nvPr/>
        </p:nvPicPr>
        <p:blipFill>
          <a:blip r:embed="rId2"/>
          <a:stretch>
            <a:fillRect/>
          </a:stretch>
        </p:blipFill>
        <p:spPr>
          <a:xfrm>
            <a:off x="237744" y="1140791"/>
            <a:ext cx="8485632" cy="4576417"/>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shot 2026-03-12 220740.png"/>
          <p:cNvPicPr>
            <a:picLocks noChangeAspect="1"/>
          </p:cNvPicPr>
          <p:nvPr/>
        </p:nvPicPr>
        <p:blipFill>
          <a:blip r:embed="rId2"/>
          <a:stretch>
            <a:fillRect/>
          </a:stretch>
        </p:blipFill>
        <p:spPr>
          <a:xfrm>
            <a:off x="420624" y="1179286"/>
            <a:ext cx="8511590" cy="418824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shot 2026-03-12 220805.png"/>
          <p:cNvPicPr>
            <a:picLocks noChangeAspect="1"/>
          </p:cNvPicPr>
          <p:nvPr/>
        </p:nvPicPr>
        <p:blipFill>
          <a:blip r:embed="rId2"/>
          <a:stretch>
            <a:fillRect/>
          </a:stretch>
        </p:blipFill>
        <p:spPr>
          <a:xfrm>
            <a:off x="347472" y="750627"/>
            <a:ext cx="8567869" cy="5019237"/>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shot 2026-03-12 220844.png"/>
          <p:cNvPicPr>
            <a:picLocks noChangeAspect="1"/>
          </p:cNvPicPr>
          <p:nvPr/>
        </p:nvPicPr>
        <p:blipFill>
          <a:blip r:embed="rId2"/>
          <a:stretch>
            <a:fillRect/>
          </a:stretch>
        </p:blipFill>
        <p:spPr>
          <a:xfrm>
            <a:off x="493776" y="87831"/>
            <a:ext cx="8357616" cy="577335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shot 2026-03-12 220914.png"/>
          <p:cNvPicPr>
            <a:picLocks noChangeAspect="1"/>
          </p:cNvPicPr>
          <p:nvPr/>
        </p:nvPicPr>
        <p:blipFill>
          <a:blip r:embed="rId2"/>
          <a:stretch>
            <a:fillRect/>
          </a:stretch>
        </p:blipFill>
        <p:spPr>
          <a:xfrm>
            <a:off x="557784" y="206502"/>
            <a:ext cx="8229600" cy="552069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3491" y="804520"/>
            <a:ext cx="6571343" cy="3173120"/>
          </a:xfrm>
        </p:spPr>
        <p:txBody>
          <a:bodyPr>
            <a:normAutofit/>
          </a:bodyPr>
          <a:lstStyle/>
          <a:p>
            <a:pPr algn="ctr"/>
            <a:r>
              <a:rPr sz="8000" dirty="0"/>
              <a:t>Thank You</a:t>
            </a:r>
          </a:p>
        </p:txBody>
      </p:sp>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11</TotalTime>
  <Words>71</Words>
  <Application>Microsoft Office PowerPoint</Application>
  <PresentationFormat>On-screen Show (4:3)</PresentationFormat>
  <Paragraphs>4</Paragraphs>
  <Slides>21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Gill Sans MT</vt:lpstr>
      <vt:lpstr>Gallery</vt:lpstr>
      <vt:lpstr>SQL Movie Database Project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UM AR</cp:lastModifiedBy>
  <cp:revision>3</cp:revision>
  <dcterms:created xsi:type="dcterms:W3CDTF">2013-01-27T09:14:16Z</dcterms:created>
  <dcterms:modified xsi:type="dcterms:W3CDTF">2026-03-12T16:55:25Z</dcterms:modified>
  <cp:category/>
</cp:coreProperties>
</file>